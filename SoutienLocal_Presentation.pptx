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 type="screen16x9"/>
  <p:notesSz cx="6858000" cy="9144000"/>
  <p:defaultTextStyle>
    <a:defPPr>
      <a:defRPr lang="fr-FR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image" Target="../media/image5.png"/>
<Relationship Id="rId4" Type="http://schemas.openxmlformats.org/officeDocument/2006/relationships/image" Target="../media/image6.pn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image" Target="../media/image8.png"/>
<Relationship Id="rId4" Type="http://schemas.openxmlformats.org/officeDocument/2006/relationships/image" Target="../media/image9.png"/>
<Relationship Id="rId5" Type="http://schemas.openxmlformats.org/officeDocument/2006/relationships/image" Target="../media/image10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OFPP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594360"/>
            <a:ext cx="1097280" cy="109728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4434840" y="96012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3600" b="1">
                <a:solidFill>
                  <a:srgbClr val="0F172A"/>
                </a:solidFill>
                <a:latin typeface="Aptos"/>
              </a:rPr>
              <a:t>SoutienLocal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462272" y="1682496"/>
            <a:ext cx="6492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800" b="1">
                <a:solidFill>
                  <a:srgbClr val="0369A1"/>
                </a:solidFill>
                <a:latin typeface="Aptos"/>
              </a:rPr>
              <a:t>Plateforme web de soutien scolaire local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480560" y="2743200"/>
            <a:ext cx="6035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Réalisé par : Ali Znaki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Encadrant : Ichraf Nachit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Année de formation : 2025-2026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40080" y="534924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700" b="1">
                <a:solidFill>
                  <a:srgbClr val="FFFFFF"/>
                </a:solidFill>
                <a:latin typeface="Aptos"/>
              </a:rPr>
              <a:t>Présentation du projet de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Plan de présentation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85216" y="8046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100">
                <a:solidFill>
                  <a:srgbClr val="64748B"/>
                </a:solidFill>
                <a:latin typeface="Aptos"/>
              </a:rPr>
              <a:t>Les etapes principales de la soutenance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141732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463040" y="139903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Contexte, problématique et objectifs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60" y="141732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0" y="139903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Gestion du projet : methode, Gantt et PERT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" y="274320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463040" y="272491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Analyse des besoins et architecture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09360" y="274320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949440" y="272491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Base de données et diagrammes UML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" y="406908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463040" y="405079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Interfaces, démonstration et fonctionnalités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309360" y="4069080"/>
            <a:ext cx="457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949440" y="4050792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1E293B"/>
                </a:solidFill>
                <a:latin typeface="Aptos"/>
              </a:rPr>
              <a:t>Tests, difficultés, compétences et perspectives</a:t>
            </a:r>
          </a:p>
        </p:txBody>
      </p:sp>
      <p:sp>
        <p:nvSpPr>
          <p:cNvPr id="19" name="Shape 1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Contexte et problématique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Contexte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3736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Les élèves cherchent un accompagnement adapte a leur niveau.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Les tuteurs locaux ont besoin d'une meilleure visibilite.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La réservation de cours reste souvent manuelle et dispersee.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Problématique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0" y="173736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Comment trouver rapidement un tuteur fiable et proche ?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Comment comparer les profils, les matières, les tarifs et les avis ?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Comment centraliser réservation, suivi et paiement dans une seule solution ?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Objectifs du projet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4892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800" b="1">
                <a:solidFill>
                  <a:srgbClr val="0284C7"/>
                </a:solidFill>
                <a:latin typeface="Aptos"/>
              </a:rPr>
              <a:t>Authentification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29384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Comptes étudiants, tuteurs et administrateurs avec jetons Sanctum.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309359" y="1417320"/>
            <a:ext cx="4892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800" b="1">
                <a:solidFill>
                  <a:srgbClr val="0284C7"/>
                </a:solidFill>
                <a:latin typeface="Aptos"/>
              </a:rPr>
              <a:t>Recherche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1929384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Filtrer les tuteurs par matière, ville, niveau, prix et note.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77240" y="3246120"/>
            <a:ext cx="4892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800" b="1">
                <a:solidFill>
                  <a:srgbClr val="0284C7"/>
                </a:solidFill>
                <a:latin typeface="Aptos"/>
              </a:rPr>
              <a:t>Réservation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77240" y="3758183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Demander une seance, suivre son statut et payer apres confirmation.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309359" y="3246120"/>
            <a:ext cx="4892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800" b="1">
                <a:solidFill>
                  <a:srgbClr val="0284C7"/>
                </a:solidFill>
                <a:latin typeface="Aptos"/>
              </a:rPr>
              <a:t>Pilotage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09359" y="3758183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Tableaux de bord pour étudiant, tuteur et administrateur.</a:t>
            </a:r>
          </a:p>
        </p:txBody>
      </p:sp>
      <p:sp>
        <p:nvSpPr>
          <p:cNvPr id="14" name="Shape 1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Méthodologie de gestion du projet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508760"/>
            <a:ext cx="233172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FFFFFF"/>
                </a:solidFill>
                <a:latin typeface="Aptos"/>
              </a:rPr>
              <a:t>1. Analyse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214884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Cahier des charges, acteurs, besoins fonctionnels et contraintes.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136392" y="270662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4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566160" y="1508760"/>
            <a:ext cx="233172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FFFFFF"/>
                </a:solidFill>
                <a:latin typeface="Aptos"/>
              </a:rPr>
              <a:t>2. Conception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566160" y="214884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MCD/MLD, UML, architecture front-end/back-end.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925312" y="270662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4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355079" y="1508760"/>
            <a:ext cx="233172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FFFFFF"/>
                </a:solidFill>
                <a:latin typeface="Aptos"/>
              </a:rPr>
              <a:t>3. Réalisation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55079" y="214884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Développement React, API Laravel, integration Axios/Sanctum.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714232" y="270662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4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143999" y="1508760"/>
            <a:ext cx="233172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FFFFFF"/>
                </a:solidFill>
                <a:latin typeface="Aptos"/>
              </a:rPr>
              <a:t>4. Validation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3999" y="214884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Tests manuels, corrections, documentation et préparation de la soutenance.</a:t>
            </a:r>
          </a:p>
        </p:txBody>
      </p:sp>
      <p:sp>
        <p:nvSpPr>
          <p:cNvPr id="17" name="Shape 17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Diagramme de Gantt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85216" y="8046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100">
                <a:solidFill>
                  <a:srgbClr val="64748B"/>
                </a:solidFill>
                <a:latin typeface="Aptos"/>
              </a:rPr>
              <a:t>Planification des phases du projet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pic>
        <p:nvPicPr>
          <p:cNvPr id="7" name="Gan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540739" y="1234440"/>
            <a:ext cx="9125761" cy="4526280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Diagramme PERT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85216" y="8046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100">
                <a:solidFill>
                  <a:srgbClr val="64748B"/>
                </a:solidFill>
                <a:latin typeface="Aptos"/>
              </a:rPr>
              <a:t>Enchaînement logique des tâches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18288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A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Analyse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331720" y="18288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B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Conception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977639" y="11430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C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Base de données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0" y="11430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D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Backend API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669280" y="260604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E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Frontend UI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543800" y="18288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F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Tests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235440" y="18288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G</a:t>
            </a:r>
          </a:p>
          <a:p>
            <a:pPr algn="c"/>
            <a:r>
              <a:rPr lang="fr-FR" sz="1300" b="1">
                <a:solidFill>
                  <a:srgbClr val="0F172A"/>
                </a:solidFill>
                <a:latin typeface="Aptos"/>
              </a:rPr>
              <a:t>Documentation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874519" y="20574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447288" y="175564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74920" y="135331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74920" y="24231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912864" y="20574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759952" y="20574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05840" y="4617720"/>
            <a:ext cx="10149840" cy="56692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>
                <a:solidFill>
                  <a:srgbClr val="334155"/>
                </a:solidFill>
                <a:latin typeface="Aptos"/>
              </a:rPr>
              <a:t>Chemin critique propose : Analyse -&gt; Conception -&gt; Backend/API -&gt; Frontend -&gt; Tests -&gt; Documentation</a:t>
            </a:r>
          </a:p>
        </p:txBody>
      </p:sp>
      <p:sp>
        <p:nvSpPr>
          <p:cNvPr id="21" name="Shape 21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Analyse des besoins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Acteurs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3736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Étudiant : recherche, réservation, paiement, avis.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Tuteur : profil, disponibilites, réservations recues.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Administrateur : supervision, statistiques, validation.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Besoins fonctionnels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0" y="173736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Inscription et connexion sécurisées.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Catalogue de tuteurs avec filtres.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Creation et suivi des réservations.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Gestion des avis, statuts et tableaux de bord.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97280" y="5440680"/>
            <a:ext cx="9966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500">
                <a:solidFill>
                  <a:srgbClr val="334155"/>
                </a:solidFill>
                <a:latin typeface="Aptos"/>
              </a:rPr>
              <a:t>Besoins non fonctionnels : interface responsive, données cohérentes, API claire, sécurité des acces.</a:t>
            </a:r>
          </a:p>
        </p:txBody>
      </p:sp>
      <p:sp>
        <p:nvSpPr>
          <p:cNvPr id="11" name="Shape 11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Architecture de la solution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828800"/>
            <a:ext cx="22402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500" b="1">
                <a:solidFill>
                  <a:srgbClr val="FFFFFF"/>
                </a:solidFill>
                <a:latin typeface="Aptos"/>
              </a:rPr>
              <a:t>Frontend React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4231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>
                <a:solidFill>
                  <a:srgbClr val="334155"/>
                </a:solidFill>
                <a:latin typeface="Aptos"/>
              </a:rPr>
              <a:t>Pages, composants, routes protegees, Context Auth/Toast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953512" y="2514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502152" y="1828800"/>
            <a:ext cx="22402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500" b="1">
                <a:solidFill>
                  <a:srgbClr val="FFFFFF"/>
                </a:solidFill>
                <a:latin typeface="Aptos"/>
              </a:rPr>
              <a:t>Services Axios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502152" y="24231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>
                <a:solidFill>
                  <a:srgbClr val="334155"/>
                </a:solidFill>
                <a:latin typeface="Aptos"/>
              </a:rPr>
              <a:t>Appels HTTP vers /api avec token Bearer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769864" y="2514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318504" y="1828800"/>
            <a:ext cx="22402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500" b="1">
                <a:solidFill>
                  <a:srgbClr val="FFFFFF"/>
                </a:solidFill>
                <a:latin typeface="Aptos"/>
              </a:rPr>
              <a:t>API Laravel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18504" y="24231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>
                <a:solidFill>
                  <a:srgbClr val="334155"/>
                </a:solidFill>
                <a:latin typeface="Aptos"/>
              </a:rPr>
              <a:t>Routes, contrôleurs, validation et logique métier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586216" y="2514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-&gt;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134856" y="1828800"/>
            <a:ext cx="22402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500" b="1">
                <a:solidFill>
                  <a:srgbClr val="FFFFFF"/>
                </a:solidFill>
                <a:latin typeface="Aptos"/>
              </a:rPr>
              <a:t>Base de données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34856" y="24231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>
                <a:solidFill>
                  <a:srgbClr val="334155"/>
                </a:solidFill>
                <a:latin typeface="Aptos"/>
              </a:rPr>
              <a:t>Users, Tutors, Bookings, Reviews, Tokens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325880" y="4709160"/>
            <a:ext cx="9601200" cy="45720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>
                <a:solidFill>
                  <a:srgbClr val="334155"/>
                </a:solidFill>
                <a:latin typeface="Aptos"/>
              </a:rPr>
              <a:t>Sanctum assure l'authentification par jeton pour les routes protegees.</a:t>
            </a:r>
          </a:p>
        </p:txBody>
      </p:sp>
      <p:sp>
        <p:nvSpPr>
          <p:cNvPr id="18" name="Shape 18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Technologies utilisees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3736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React 19 et React Router.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Axios pour la communication API.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Lucide React pour les icones.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CSS personnalise et interfaces responsives.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Backend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0" y="173736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PHP 8.2 et Laravel 12.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Laravel Sanctum pour les jetons API.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Eloquent ORM et migrations.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SQLite pour l'environnement local.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Base de données (MCD / MLD)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pic>
        <p:nvPicPr>
          <p:cNvPr id="6" name="mc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706775"/>
            <a:ext cx="5669280" cy="3490169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6629400" y="128016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 b="1">
                <a:solidFill>
                  <a:srgbClr val="0284C7"/>
                </a:solidFill>
                <a:latin typeface="Aptos"/>
              </a:rPr>
              <a:t>Entites principales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29400" y="1737360"/>
            <a:ext cx="4526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- users : informations de compte et rôle.</a:t>
            </a:r>
          </a:p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- tutors : profil pédagogique, ville, tarif, matières.</a:t>
            </a:r>
          </a:p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- bookings : réservation, date, statut et paiement.</a:t>
            </a:r>
          </a:p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- reviews : note et commentaire par étudiant.</a:t>
            </a:r>
          </a:p>
          <a:p>
            <a:pPr algn="l"/>
            <a:r>
              <a:rPr lang="fr-FR" sz="1400">
                <a:solidFill>
                  <a:srgbClr val="334155"/>
                </a:solidFill>
                <a:latin typeface="Aptos"/>
              </a:rPr>
              <a:t>- personal_access_tokens : authentification Sanctum.</a:t>
            </a:r>
          </a:p>
        </p:txBody>
      </p:sp>
      <p:sp>
        <p:nvSpPr>
          <p:cNvPr id="9" name="Shape 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Diagrammes UML principaux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pic>
        <p:nvPicPr>
          <p:cNvPr id="6" name="usecas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213792" y="1234440"/>
            <a:ext cx="2190135" cy="4114800"/>
          </a:xfrm>
          <a:prstGeom prst="rect">
            <a:avLst/>
          </a:prstGeom>
        </p:spPr>
      </p:pic>
      <p:pic>
        <p:nvPicPr>
          <p:cNvPr id="7" name="class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799786" y="1234440"/>
            <a:ext cx="2607666" cy="4114800"/>
          </a:xfrm>
          <a:prstGeom prst="rect">
            <a:avLst/>
          </a:prstGeom>
        </p:spPr>
      </p:pic>
      <p:pic>
        <p:nvPicPr>
          <p:cNvPr id="8" name="sequenc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92440" y="1961824"/>
            <a:ext cx="3611880" cy="2660031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02920" y="54406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334155"/>
                </a:solidFill>
                <a:latin typeface="Aptos"/>
              </a:rPr>
              <a:t>Cas d'utilisation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297680" y="54406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334155"/>
                </a:solidFill>
                <a:latin typeface="Aptos"/>
              </a:rPr>
              <a:t>Diagramme de classes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092440" y="54406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 b="1">
                <a:solidFill>
                  <a:srgbClr val="334155"/>
                </a:solidFill>
                <a:latin typeface="Aptos"/>
              </a:rPr>
              <a:t>Sequence</a:t>
            </a:r>
          </a:p>
        </p:txBody>
      </p:sp>
      <p:sp>
        <p:nvSpPr>
          <p:cNvPr id="12" name="Shape 12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Interfaces de l'application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pic>
        <p:nvPicPr>
          <p:cNvPr id="6" name="ss_logi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492608" y="1207008"/>
            <a:ext cx="3369863" cy="1874519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548640" y="3145536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 b="1">
                <a:solidFill>
                  <a:srgbClr val="334155"/>
                </a:solidFill>
                <a:latin typeface="Aptos"/>
              </a:rPr>
              <a:t>Connexion</a:t>
            </a:r>
          </a:p>
        </p:txBody>
      </p:sp>
      <p:pic>
        <p:nvPicPr>
          <p:cNvPr id="8" name="ss_catalog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299048" y="1207008"/>
            <a:ext cx="3369863" cy="1874519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6355079" y="3145536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 b="1">
                <a:solidFill>
                  <a:srgbClr val="334155"/>
                </a:solidFill>
                <a:latin typeface="Aptos"/>
              </a:rPr>
              <a:t>Catalogue</a:t>
            </a:r>
          </a:p>
        </p:txBody>
      </p:sp>
      <p:pic>
        <p:nvPicPr>
          <p:cNvPr id="10" name="ss_student_dash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492608" y="3602736"/>
            <a:ext cx="3369863" cy="1874519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48640" y="5541264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 b="1">
                <a:solidFill>
                  <a:srgbClr val="334155"/>
                </a:solidFill>
                <a:latin typeface="Aptos"/>
              </a:rPr>
              <a:t>Dashboard étudiant</a:t>
            </a:r>
          </a:p>
        </p:txBody>
      </p:sp>
      <p:pic>
        <p:nvPicPr>
          <p:cNvPr id="12" name="ss_admin_dash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7299048" y="3602736"/>
            <a:ext cx="3369863" cy="1874519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355079" y="5541264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200" b="1">
                <a:solidFill>
                  <a:srgbClr val="334155"/>
                </a:solidFill>
                <a:latin typeface="Aptos"/>
              </a:rPr>
              <a:t>Dashboard admin</a:t>
            </a:r>
          </a:p>
        </p:txBody>
      </p:sp>
      <p:sp>
        <p:nvSpPr>
          <p:cNvPr id="14" name="Shape 1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Démonstration des fonctionnalités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1325880"/>
            <a:ext cx="5669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Authentification : inscription, connexion, déconnexion et rôles.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Gestion des utilisateurs : profils et espaces dédiés.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CRUD : gestion des tuteurs et mise a jour des réservations.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Tableaux de bord : statistiques et suivi par rôle.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Rapports : données de réservation, paiements et activite.</a:t>
            </a:r>
          </a:p>
        </p:txBody>
      </p:sp>
      <p:pic>
        <p:nvPicPr>
          <p:cNvPr id="7" name="ss_tutor_das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95160" y="1875498"/>
            <a:ext cx="4434840" cy="2466923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Scenario de démonstration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85216" y="8046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100">
                <a:solidFill>
                  <a:srgbClr val="64748B"/>
                </a:solidFill>
                <a:latin typeface="Aptos"/>
              </a:rPr>
              <a:t>Parcours utilisateur conseille pendant la soutenance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1325880"/>
            <a:ext cx="4846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1. Se connecter avec un compte étudiant.</a:t>
            </a:r>
          </a:p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2. Rechercher un tuteur par matière, ville et niveau.</a:t>
            </a:r>
          </a:p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3. Consulter le profil et reserver une seance.</a:t>
            </a:r>
          </a:p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4. L'administrateur confirme la réservation.</a:t>
            </a:r>
          </a:p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5. L'étudiant effectue le paiement simule.</a:t>
            </a:r>
          </a:p>
          <a:p>
            <a:pPr algn="l"/>
            <a:r>
              <a:rPr lang="fr-FR" sz="1600">
                <a:solidFill>
                  <a:srgbClr val="334155"/>
                </a:solidFill>
                <a:latin typeface="Aptos"/>
              </a:rPr>
              <a:t>6. Les dashboards affichent les resultats.</a:t>
            </a:r>
          </a:p>
        </p:txBody>
      </p:sp>
      <p:pic>
        <p:nvPicPr>
          <p:cNvPr id="8" name="ss_tutor_profi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172200" y="1760908"/>
            <a:ext cx="5257800" cy="2924703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Tests et resultats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Tests réalisés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3736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Validation des formulaires d'inscription et de connexion.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Verification des routes protegees par token.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Creation de réservations avec date future.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Changement de statut par l'administrateur.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Paiement simule et mise a jour du statut.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Resultats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0" y="173736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Authentification opérationnelle.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Recherche de tuteurs fonctionnelle avec données API ou fallback local.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Réservations suivies par l'étudiant, le tuteur et l'admin.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Dashboards affichant les indicateurs principaux.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Difficultés rencontrees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" y="1325880"/>
            <a:ext cx="10058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Synchronisation des données entre React et l'API Laravel.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Gestion des rôles et des routes protegees.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Configuration Sanctum, CORS et token Bearer.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Manipulation des champs JSON comme subjects et languages.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Conception d'interfaces responsives et cohérentes.</a:t>
            </a:r>
          </a:p>
          <a:p>
            <a:pPr algn="l"/>
            <a:r>
              <a:rPr lang="fr-FR" sz="1700">
                <a:solidFill>
                  <a:srgbClr val="334155"/>
                </a:solidFill>
                <a:latin typeface="Aptos"/>
              </a:rPr>
              <a:t>- Simulation de services externes : Google login, mot de passe oublie, paiement.</a:t>
            </a:r>
          </a:p>
        </p:txBody>
      </p:sp>
      <p:sp>
        <p:nvSpPr>
          <p:cNvPr id="7" name="Shape 7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Compétences acquises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Frontend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80136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Composants React, hooks, routing, context et ergonomie UI.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498848" y="132588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Backend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498848" y="180136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API REST Laravel, validation, Eloquent, migrations et seeders.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11896" y="132588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Sécurité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311896" y="180136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Authentification par token, rôles et routes protegees.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85800" y="324612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Conception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85800" y="372160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MCD/MLD, UML, architecture et documentation technique.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498848" y="324612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Gestion projet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498848" y="372160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Planification, découpage des tâches, tests et présentation.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311896" y="3246120"/>
            <a:ext cx="315468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600" b="1">
                <a:solidFill>
                  <a:srgbClr val="0284C7"/>
                </a:solidFill>
                <a:latin typeface="Aptos"/>
              </a:rPr>
              <a:t>Integration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311896" y="3721608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300">
                <a:solidFill>
                  <a:srgbClr val="334155"/>
                </a:solidFill>
                <a:latin typeface="Aptos"/>
              </a:rPr>
              <a:t>Communication Axios, gestion d'erreurs et données JSON.</a:t>
            </a:r>
          </a:p>
        </p:txBody>
      </p:sp>
      <p:sp>
        <p:nvSpPr>
          <p:cNvPr id="18" name="Shape 18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66928" y="31089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2500" b="1">
                <a:solidFill>
                  <a:srgbClr val="0F172A"/>
                </a:solidFill>
                <a:latin typeface="Aptos"/>
              </a:rPr>
              <a:t>Conclusion et perspectives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35640" y="320040"/>
            <a:ext cx="64008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fr-FR" sz="11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3736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SoutienLocal repond au besoin de mise en relation entre élèves et tuteurs.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La solution couvre l'authentification, la recherche, la réservation et le suivi.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L'architecture React + Laravel facilite l'évolution du projet.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600" b="1">
                <a:solidFill>
                  <a:srgbClr val="0F172A"/>
                </a:solidFill>
                <a:latin typeface="Aptos"/>
              </a:rPr>
              <a:t>Perspectives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0" y="173736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Ajouter un vrai paiement en ligne.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Mettre en place l'envoi d'emails et la réinitialisation sécurisée.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Renforcer les autorisations côté backend.</a:t>
            </a:r>
          </a:p>
          <a:p>
            <a:pPr algn="l"/>
            <a:r>
              <a:rPr lang="fr-FR" sz="1500">
                <a:solidFill>
                  <a:srgbClr val="334155"/>
                </a:solidFill>
                <a:latin typeface="Aptos"/>
              </a:rPr>
              <a:t>- Ajouter disponibilites avancees, notifications et déploiement cloud.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66928" y="6574536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l"/>
            <a:r>
              <a:rPr lang="fr-FR" sz="800">
                <a:solidFill>
                  <a:srgbClr val="64748B"/>
                </a:solidFill>
                <a:latin typeface="Aptos"/>
              </a:rPr>
              <a:t>SoutienLocal - Plateforme de soutien scolaire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3400" b="1">
                <a:solidFill>
                  <a:srgbClr val="FFFFFF"/>
                </a:solidFill>
                <a:latin typeface="Aptos"/>
              </a:rPr>
              <a:t>Merci pour votre attention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2240280" y="27889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3000" b="1">
                <a:solidFill>
                  <a:srgbClr val="E0F2FE"/>
                </a:solidFill>
                <a:latin typeface="Aptos"/>
              </a:rPr>
              <a:t>Questions / Réponses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794760" y="4069080"/>
            <a:ext cx="4572000" cy="38404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txBody>
          <a:bodyPr wrap="square" anchor="t" lIns="91440" rIns="91440" tIns="91440" bIns="91440"/>
          <a:lstStyle/>
          <a:p>
            <a:pPr algn="c"/>
            <a:r>
              <a:rPr lang="fr-FR" sz="1800" b="1">
                <a:solidFill>
                  <a:srgbClr val="FFFFFF"/>
                </a:solidFill>
                <a:latin typeface="Aptos"/>
              </a:rPr>
              <a:t>Projet SoutienLocal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ienLocal">
  <a:themeElements>
    <a:clrScheme name="SoutienLocal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0284C7"/>
      </a:accent1>
      <a:accent2>
        <a:srgbClr val="10B981"/>
      </a:accent2>
      <a:accent3>
        <a:srgbClr val="F59E0B"/>
      </a:accent3>
      <a:accent4>
        <a:srgbClr val="8B5CF6"/>
      </a:accent4>
      <a:accent5>
        <a:srgbClr val="EF4444"/>
      </a:accent5>
      <a:accent6>
        <a:srgbClr val="64748B"/>
      </a:accent6>
      <a:hlink>
        <a:srgbClr val="0284C7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outienLocal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20</Slides>
  <Company>OFPPT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SoutienLocal - Presentation du projet</dc:title>
  <dc:creator>Ali Znaki</dc:creator>
  <cp:lastModifiedBy>Codex</cp:lastModifiedBy>
  <dcterms:created xsi:type="dcterms:W3CDTF">2026-06-07T12:13:00Z</dcterms:created>
  <dcterms:modified xsi:type="dcterms:W3CDTF">2026-06-07T12:13:00Z</dcterms:modified>
</cp:coreProperties>
</file>